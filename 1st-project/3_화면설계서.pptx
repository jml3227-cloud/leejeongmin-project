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1426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293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352065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905" y="37324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2F6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676656" y="122550"/>
            <a:ext cx="171907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8700" y="65857"/>
            <a:ext cx="146304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OTT Analytics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79162" y="85060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700370" y="85060"/>
            <a:ext cx="12938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 충성도 예측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148779" y="85060"/>
            <a:ext cx="14502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광고형 요금제 분석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1277295" y="37324"/>
            <a:ext cx="304495" cy="3044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11372393" y="132609"/>
            <a:ext cx="114300" cy="13350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905" y="771754"/>
            <a:ext cx="1943100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571500" y="771754"/>
            <a:ext cx="2019910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예측부터 리텐션 전략까지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09905" y="1190549"/>
            <a:ext cx="33787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OTT 구독자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 AI 솔루션</a:t>
            </a:r>
            <a:endParaRPr lang="en-US" sz="3600" dirty="0"/>
          </a:p>
        </p:txBody>
      </p:sp>
      <p:sp>
        <p:nvSpPr>
          <p:cNvPr id="16" name="Text 12"/>
          <p:cNvSpPr txBox="1"/>
          <p:nvPr/>
        </p:nvSpPr>
        <p:spPr>
          <a:xfrm>
            <a:off x="609905" y="2562149"/>
            <a:ext cx="37709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마케터를 위한 데이터 기반 유저 분석 플랫폼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4724705" y="1476756"/>
            <a:ext cx="2133295" cy="135239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07762" y="1714500"/>
            <a:ext cx="77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평균 리텐션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55310" y="1981505"/>
            <a:ext cx="6803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5505602" y="2438705"/>
            <a:ext cx="77266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전월 대비 상승 </a:t>
            </a:r>
            <a:endParaRPr lang="en-US" sz="9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5382158" y="2457907"/>
            <a:ext cx="85954" cy="114300"/>
          </a:xfrm>
          <a:prstGeom prst="rect">
            <a:avLst/>
          </a:prstGeom>
        </p:spPr>
      </p:pic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7086600" y="1476756"/>
            <a:ext cx="2133295" cy="1352398"/>
          </a:xfrm>
          <a:prstGeom prst="rect">
            <a:avLst/>
          </a:prstGeom>
        </p:spPr>
      </p:pic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rcRect l="-412" r="-412"/>
          <a:stretch/>
        </p:blipFill>
        <p:spPr>
          <a:xfrm>
            <a:off x="7095744" y="1485900"/>
            <a:ext cx="38405" cy="13331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838237" y="1714500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위험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7747711" y="1981505"/>
            <a:ext cx="819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13%</a:t>
            </a:r>
            <a:endParaRPr lang="en-US" sz="2700" dirty="0"/>
          </a:p>
        </p:txBody>
      </p:sp>
      <p:sp>
        <p:nvSpPr>
          <p:cNvPr id="26" name="Text 18"/>
          <p:cNvSpPr txBox="1"/>
          <p:nvPr/>
        </p:nvSpPr>
        <p:spPr>
          <a:xfrm>
            <a:off x="7787030" y="2438705"/>
            <a:ext cx="7333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유저 중</a:t>
            </a:r>
            <a:endParaRPr lang="en-US" sz="9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9448495" y="1476756"/>
            <a:ext cx="2133295" cy="1352398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8"/>
          <a:srcRect l="-412" r="-412"/>
          <a:stretch/>
        </p:blipFill>
        <p:spPr>
          <a:xfrm>
            <a:off x="9458554" y="1485900"/>
            <a:ext cx="38405" cy="1333195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0201046" y="1714500"/>
            <a:ext cx="63550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없음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0109606" y="1981505"/>
            <a:ext cx="819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87%</a:t>
            </a:r>
            <a:endParaRPr lang="en-US" sz="2700" dirty="0"/>
          </a:p>
        </p:txBody>
      </p:sp>
      <p:sp>
        <p:nvSpPr>
          <p:cNvPr id="31" name="Text 21"/>
          <p:cNvSpPr txBox="1"/>
          <p:nvPr/>
        </p:nvSpPr>
        <p:spPr>
          <a:xfrm>
            <a:off x="10186416" y="2438705"/>
            <a:ext cx="6629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유지</a:t>
            </a:r>
            <a:endParaRPr lang="en-US" sz="900" dirty="0"/>
          </a:p>
        </p:txBody>
      </p:sp>
      <p:sp>
        <p:nvSpPr>
          <p:cNvPr id="32" name="Text 22"/>
          <p:cNvSpPr txBox="1"/>
          <p:nvPr/>
        </p:nvSpPr>
        <p:spPr>
          <a:xfrm>
            <a:off x="609905" y="3514954"/>
            <a:ext cx="111639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33" name="Text 23"/>
          <p:cNvSpPr txBox="1"/>
          <p:nvPr/>
        </p:nvSpPr>
        <p:spPr>
          <a:xfrm>
            <a:off x="609905" y="3895344"/>
            <a:ext cx="11163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분석 기능으로 이탈을 방지하세요</a:t>
            </a:r>
            <a:endParaRPr lang="en-US" sz="12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9"/>
          <a:srcRect l="-7" r="-7"/>
          <a:stretch/>
        </p:blipFill>
        <p:spPr>
          <a:xfrm>
            <a:off x="609905" y="4261396"/>
            <a:ext cx="3454603" cy="2495398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923544" y="45759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57046" y="4708537"/>
            <a:ext cx="190195" cy="19019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923544" y="5261749"/>
            <a:ext cx="3020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 충성도 예측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923544" y="5642140"/>
            <a:ext cx="29059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이용 시간 기반 충성도 점수 산출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위험군 자동 분류 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923544" y="6252044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자세히 보기</a:t>
            </a:r>
            <a:endParaRPr lang="en-US" sz="1000" dirty="0"/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1651406" y="6280391"/>
            <a:ext cx="114300" cy="133502"/>
          </a:xfrm>
          <a:prstGeom prst="rect">
            <a:avLst/>
          </a:prstGeom>
        </p:spPr>
      </p:pic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2"/>
          <a:srcRect l="-5" r="-5"/>
          <a:stretch/>
        </p:blipFill>
        <p:spPr>
          <a:xfrm>
            <a:off x="4369003" y="4261396"/>
            <a:ext cx="3454603" cy="2495398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4682642" y="45759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816145" y="4708537"/>
            <a:ext cx="190195" cy="190195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682642" y="5261749"/>
            <a:ext cx="3020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광고형 요금제 분석</a:t>
            </a:r>
            <a:endParaRPr lang="en-US" sz="1500" dirty="0"/>
          </a:p>
        </p:txBody>
      </p:sp>
      <p:sp>
        <p:nvSpPr>
          <p:cNvPr id="45" name="Text 30"/>
          <p:cNvSpPr txBox="1"/>
          <p:nvPr/>
        </p:nvSpPr>
        <p:spPr>
          <a:xfrm>
            <a:off x="4682642" y="5642140"/>
            <a:ext cx="29059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가격 민감도 기반 전환 가능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유저 식별 </a:t>
            </a:r>
            <a:endParaRPr lang="en-US" sz="1000" dirty="0"/>
          </a:p>
        </p:txBody>
      </p:sp>
      <p:sp>
        <p:nvSpPr>
          <p:cNvPr id="46" name="Text 31"/>
          <p:cNvSpPr txBox="1"/>
          <p:nvPr/>
        </p:nvSpPr>
        <p:spPr>
          <a:xfrm>
            <a:off x="4682642" y="6252044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자세히 보기</a:t>
            </a:r>
            <a:endParaRPr lang="en-US" sz="1000" dirty="0"/>
          </a:p>
        </p:txBody>
      </p:sp>
      <p:pic>
        <p:nvPicPr>
          <p:cNvPr id="47" name="Image 13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5410505" y="6280391"/>
            <a:ext cx="114300" cy="133502"/>
          </a:xfrm>
          <a:prstGeom prst="rect">
            <a:avLst/>
          </a:prstGeom>
        </p:spPr>
      </p:pic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9"/>
          <a:srcRect l="-7" r="-7"/>
          <a:stretch/>
        </p:blipFill>
        <p:spPr>
          <a:xfrm>
            <a:off x="8128102" y="4261396"/>
            <a:ext cx="3454603" cy="2495398"/>
          </a:xfrm>
          <a:prstGeom prst="rect">
            <a:avLst/>
          </a:prstGeom>
        </p:spPr>
      </p:pic>
      <p:sp>
        <p:nvSpPr>
          <p:cNvPr id="49" name="Shape 32"/>
          <p:cNvSpPr/>
          <p:nvPr/>
        </p:nvSpPr>
        <p:spPr>
          <a:xfrm>
            <a:off x="8442655" y="4575949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599018" y="4708537"/>
            <a:ext cx="142646" cy="190195"/>
          </a:xfrm>
          <a:prstGeom prst="rect">
            <a:avLst/>
          </a:prstGeom>
        </p:spPr>
      </p:pic>
      <p:sp>
        <p:nvSpPr>
          <p:cNvPr id="51" name="Text 33"/>
          <p:cNvSpPr txBox="1"/>
          <p:nvPr/>
        </p:nvSpPr>
        <p:spPr>
          <a:xfrm>
            <a:off x="8442655" y="5261749"/>
            <a:ext cx="30202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 인사이트</a:t>
            </a:r>
            <a:endParaRPr lang="en-US" sz="1500" dirty="0"/>
          </a:p>
        </p:txBody>
      </p:sp>
      <p:sp>
        <p:nvSpPr>
          <p:cNvPr id="52" name="Text 34"/>
          <p:cNvSpPr txBox="1"/>
          <p:nvPr/>
        </p:nvSpPr>
        <p:spPr>
          <a:xfrm>
            <a:off x="8442655" y="5642140"/>
            <a:ext cx="29059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 결과 기반 맞춤 프로모션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 제안 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8442655" y="6252044"/>
            <a:ext cx="79735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자세히 보기</a:t>
            </a:r>
            <a:endParaRPr lang="en-US" sz="1000" dirty="0"/>
          </a:p>
        </p:txBody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6"/>
          <a:srcRect t="-1100" b="-1100"/>
          <a:stretch/>
        </p:blipFill>
        <p:spPr>
          <a:xfrm>
            <a:off x="9169603" y="6280391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</Words>
  <Application>Microsoft Office PowerPoint</Application>
  <PresentationFormat>와이드스크린</PresentationFormat>
  <Paragraphs>32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Noto Sans KR</vt:lpstr>
      <vt:lpstr>Arial</vt:lpstr>
      <vt:lpstr>Office Theme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 J</cp:lastModifiedBy>
  <cp:revision>2</cp:revision>
  <dcterms:created xsi:type="dcterms:W3CDTF">2026-03-16T01:58:55Z</dcterms:created>
  <dcterms:modified xsi:type="dcterms:W3CDTF">2026-03-16T02:25:38Z</dcterms:modified>
</cp:coreProperties>
</file>